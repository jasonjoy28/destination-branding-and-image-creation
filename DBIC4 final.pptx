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E152-036D-EB0B-5C90-9BC393663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F1C54-A82D-9364-90CC-9E129927B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0512-6071-598D-02AC-9706F2CA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9E8E6-E535-B415-3107-79C1FADF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B8E08-50ED-FBA0-0BA4-9CF6B69D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2237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8E93E-D186-778A-1B5C-34B98E86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1783-1840-3CA2-B713-818A66D62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976E2-1F0B-6175-78A2-FDD15738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23FF4-47B7-B76E-A01F-9F69EDDF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C3241-4DD4-C26E-7140-74E41F11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6132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6AF8-A7DC-FD28-3757-B9F12B7B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7B836-AFF0-AA98-039D-CB2B51A1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944E-A5F3-2B92-0BA0-737B274A3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3FFCF-6FE4-2C0C-DE09-D2B85357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514A2-CAC3-A5B6-69B0-C7C0EBD2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5773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DE16-71B4-7F2F-1204-A6FCFD81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527E-C5F3-C640-5716-B043B4BB2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1A9A2-6D8E-79CF-EC2A-1E8D7F26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7CB1A-CBC4-8D58-995E-BAD79F0D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7BDDF-7ADC-103F-6B60-BBF85E52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65F06-7B24-4CC1-C0B7-D4564A59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1476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5B12E-1997-D539-E67D-12F97D94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706D7-B280-F1EE-7A19-4F30C5C49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C5ACE-E148-1D7C-F79A-8B4E46CA5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2E202-5845-E8CD-7B89-627CB8A48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2E0C4-E4A0-E18C-3091-54051BA6A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D576D-C158-D662-B05C-7CC3317D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8B084-D832-ED0C-55EC-A50FB17A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468AD9-0099-F45B-28A0-C2B7CB39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15789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87189-4098-982B-A734-5ED9C439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F054B-C93F-3BF2-3C2C-ECF8C6B6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D2E57-E9FD-A743-FBED-CBC2A439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4E2AD-307B-7C33-83CC-E72BD3E4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09206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F90EF-4853-B7FA-CC04-0D4C5C1B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FD879-6AB5-AA79-4C30-543CF444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45D69-831C-C424-D239-50D28E40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5257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8D3D-B82E-474F-9AC0-56A7E88A9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446F4-AF09-44A7-64D3-9E69BFF7A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AF884-DDA1-9163-30E6-0B48D4B33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CB4A7-1DDF-0D40-7301-EBB32E8C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64FF0-E94A-5C1F-28F6-3B1BD0D10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07135-ECD3-88E9-8E4F-7A377B3C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533456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C117-B1EF-7BBE-5C6D-D51BCA75C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DA338F-6AFD-CD88-2782-35AB7D84F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C88F0-7562-4F79-E2BD-C0B72D607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0303D-E20D-1E68-8CB7-EA96FE70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75306-ABB1-759C-E60A-49CC07EE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9F95C-2590-E4FB-B571-54CECE8F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7839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D4C1-1151-82A1-5169-791C2D92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A70C7-7A00-5F32-63E1-C1C033445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DF1D-2BD6-451D-7EB4-416247B2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BC612-D2F2-D08C-560F-A8789DA8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97A3A-86DE-93F0-9DA2-1C9AA3F3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00060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81628-240D-C5F6-0BFF-A16BD4C98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2DE6D-3A92-331B-5DFA-7399B1656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08290-05F3-4B3A-F9CF-B6EFA481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89FCD-5FA4-0E00-2B35-878604AF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91B68-9BAF-F15C-33D9-E3A67BAC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77835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36300-1768-21B6-89DD-EBE0083D1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2F313-4766-E4E9-7B8B-40C1CD6C5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977AD-4525-E48D-7E74-14E74AA1F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72BB1-4420-A540-AADC-4BBAD313CEC6}" type="datetimeFigureOut">
              <a:rPr lang="en-HU" smtClean="0"/>
              <a:t>2026. 03. 05.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20822-2B3E-932F-51AF-DB7A2097C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2016A-7EAE-191B-87BC-5C6375785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4BDE6-C56C-5046-85C7-B8E08D098760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3144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road leading to a cliff&#10;&#10;AI-generated content may be incorrect.">
            <a:extLst>
              <a:ext uri="{FF2B5EF4-FFF2-40B4-BE49-F238E27FC236}">
                <a16:creationId xmlns:a16="http://schemas.microsoft.com/office/drawing/2014/main" id="{4D1BD03C-B25B-7275-7B5E-3AED45B178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45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DC969-1486-6758-1CD2-AB2D14E4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each with palm trees and blue water&#10;&#10;AI-generated content may be incorrect.">
            <a:extLst>
              <a:ext uri="{FF2B5EF4-FFF2-40B4-BE49-F238E27FC236}">
                <a16:creationId xmlns:a16="http://schemas.microsoft.com/office/drawing/2014/main" id="{806EFA85-1C39-0D88-6801-4F44DB05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0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43215-3A78-F03F-C05C-5A4D13B2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tanding on a rock&#10;&#10;AI-generated content may be incorrect.">
            <a:extLst>
              <a:ext uri="{FF2B5EF4-FFF2-40B4-BE49-F238E27FC236}">
                <a16:creationId xmlns:a16="http://schemas.microsoft.com/office/drawing/2014/main" id="{C31CA65D-9019-9E35-F6C9-47B0FE4FA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82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3D3FE-0639-5FFB-89E6-D6B5E153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E3BCF9FD-2F6E-429B-F5D8-6989AFF08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1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C3965-292F-0281-7F4D-CC4318D3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uilding with a steeple and a mountain&#10;&#10;AI-generated content may be incorrect.">
            <a:extLst>
              <a:ext uri="{FF2B5EF4-FFF2-40B4-BE49-F238E27FC236}">
                <a16:creationId xmlns:a16="http://schemas.microsoft.com/office/drawing/2014/main" id="{1AA489F8-87BD-33E9-3AF3-09E5918DCD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3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8148C-2103-A2F5-EB8D-44469101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tained glass window with a light shining through&#10;&#10;AI-generated content may be incorrect.">
            <a:extLst>
              <a:ext uri="{FF2B5EF4-FFF2-40B4-BE49-F238E27FC236}">
                <a16:creationId xmlns:a16="http://schemas.microsoft.com/office/drawing/2014/main" id="{F5253BCB-CCD3-F831-61A6-38E406B92C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6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E8B22-1089-A425-174D-6CCAC1AC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tanding in a tunnel&#10;&#10;AI-generated content may be incorrect.">
            <a:extLst>
              <a:ext uri="{FF2B5EF4-FFF2-40B4-BE49-F238E27FC236}">
                <a16:creationId xmlns:a16="http://schemas.microsoft.com/office/drawing/2014/main" id="{4148BEE5-695D-FDA7-00FF-20CB37C6C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6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2E743-D35C-A2EF-7C58-1D92AE63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lake&#10;&#10;AI-generated content may be incorrect.">
            <a:extLst>
              <a:ext uri="{FF2B5EF4-FFF2-40B4-BE49-F238E27FC236}">
                <a16:creationId xmlns:a16="http://schemas.microsoft.com/office/drawing/2014/main" id="{B00E22FC-636B-E609-6D64-D3BFA32D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36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2E1D7-295B-24B7-5968-B09BC285C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throwing powder in the air&#10;&#10;AI-generated content may be incorrect.">
            <a:extLst>
              <a:ext uri="{FF2B5EF4-FFF2-40B4-BE49-F238E27FC236}">
                <a16:creationId xmlns:a16="http://schemas.microsoft.com/office/drawing/2014/main" id="{AFABE2D2-D461-6117-BB68-D588998B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6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C63C8-A35B-EEC0-2CF5-60FC7D9B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reading a book&#10;&#10;AI-generated content may be incorrect.">
            <a:extLst>
              <a:ext uri="{FF2B5EF4-FFF2-40B4-BE49-F238E27FC236}">
                <a16:creationId xmlns:a16="http://schemas.microsoft.com/office/drawing/2014/main" id="{518E4124-6BC8-56F1-0F41-AC3EECF74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06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19AA0-9FE5-AFDE-6CA1-F8E12893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and person in armor and armor holding a sword&#10;&#10;AI-generated content may be incorrect.">
            <a:extLst>
              <a:ext uri="{FF2B5EF4-FFF2-40B4-BE49-F238E27FC236}">
                <a16:creationId xmlns:a16="http://schemas.microsoft.com/office/drawing/2014/main" id="{C1C64DFC-DEAD-4A9B-EAC1-BBC894C9DE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24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2E6BF-9EBA-22C0-08E7-7F57A152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red house with a chimney&#10;&#10;AI-generated content may be incorrect.">
            <a:extLst>
              <a:ext uri="{FF2B5EF4-FFF2-40B4-BE49-F238E27FC236}">
                <a16:creationId xmlns:a16="http://schemas.microsoft.com/office/drawing/2014/main" id="{2A23595A-93D3-057A-9EBE-7C98389CF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91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6BC14-C9FB-B482-A7EB-A884E418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women and a child&#10;&#10;AI-generated content may be incorrect.">
            <a:extLst>
              <a:ext uri="{FF2B5EF4-FFF2-40B4-BE49-F238E27FC236}">
                <a16:creationId xmlns:a16="http://schemas.microsoft.com/office/drawing/2014/main" id="{63551466-B833-652F-167C-73FDB431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60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8A5DB-47C9-7C29-0C92-5004F710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tools on a wall&#10;&#10;AI-generated content may be incorrect.">
            <a:extLst>
              <a:ext uri="{FF2B5EF4-FFF2-40B4-BE49-F238E27FC236}">
                <a16:creationId xmlns:a16="http://schemas.microsoft.com/office/drawing/2014/main" id="{0F7ABC1B-425A-1523-FA5A-C99E7ABE84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23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DFE03-2DB7-B283-61F8-328DA79D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holding a hat with a bird flying out of his head&#10;&#10;AI-generated content may be incorrect.">
            <a:extLst>
              <a:ext uri="{FF2B5EF4-FFF2-40B4-BE49-F238E27FC236}">
                <a16:creationId xmlns:a16="http://schemas.microsoft.com/office/drawing/2014/main" id="{E3AF945D-32F5-F6EC-BBB5-028F4F4B6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6350"/>
            <a:ext cx="12179300" cy="685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5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Macintosh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Godsave Alan</dc:creator>
  <cp:lastModifiedBy>Godsave Alan</cp:lastModifiedBy>
  <cp:revision>1</cp:revision>
  <dcterms:created xsi:type="dcterms:W3CDTF">2026-03-05T10:58:38Z</dcterms:created>
  <dcterms:modified xsi:type="dcterms:W3CDTF">2026-03-05T11:37:33Z</dcterms:modified>
</cp:coreProperties>
</file>