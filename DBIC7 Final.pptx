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F6EE-B40A-DF7E-3FF4-E46C12A89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CD099-5287-3666-36D1-EEA65CB0A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C1039-0B40-EF4A-554D-4007189B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27E7-6D40-728A-FD98-190BCE8E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AE3C-3A49-8038-5997-71A3C4AC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7327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B79B-48D5-B94B-2FDB-0FE293FA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8B96-CACB-108A-011B-59EC3A5E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2A391-21BF-06D0-F3DB-C2645E87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1F50-7F71-3635-A41B-16FF12FB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CB3F-3D80-238C-5151-AD090767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47165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A339-0949-FE55-F393-AE1961BD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67236-AE99-C6AE-4F0A-B7A64740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D1D8-AF49-5EBB-C3EB-482B1294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B5C4D-4C12-8A36-5FA1-1AB48725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5D4E-6388-A45B-6B59-2980C3F8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852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9AB5-698A-D520-4F68-A7C81964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0B8C-D1D1-164B-4925-9E535DDC4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9136-4E73-BE03-0722-F28174235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6FCB4-C655-C105-13EB-6A004346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276E4-31FB-9762-AF20-B43586BA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C597A-3251-42F0-A4ED-1E5452D2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4931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4B0A-7523-BDEA-8B14-E3E0C419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A62AF-9F5F-521A-F7EC-6AE1802D7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189E9-626B-AB97-B956-F04A388B1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A30E5-EBB7-C296-8F72-174A92BE2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DA779-1CA9-FF4F-E970-E9996D795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C259B-8115-0976-9962-B473C90C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2BDDB-B607-B6F7-3EBA-C2713F8B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11FDC-B056-F56B-71D6-0368B7A5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2519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237A-E578-1DB9-8C02-265962B1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465C3-5BD1-C588-895B-8EB36431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5DC0A-B2F8-3076-0159-E2335113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3F67B-F495-9567-A3F0-93E55F10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779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2694A-A7C3-4CF1-3E86-57CA88C6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077F3-A416-1A8B-17A1-3D60E401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38928-554D-904F-6E56-1CB573E0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4258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78115-D491-4CE0-439F-6A636A41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13D2-8BAC-A816-7BF6-C147BF659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948DA-929B-885D-0980-AD2B9749E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FC13F-4EB5-6F2D-106C-942CDEA3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9D174-E2DA-CF33-B598-E9D4DD5B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55118-79EB-F6FA-D407-0C65EC6C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18527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4A6F-8367-5424-0C57-9BB8DFEC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EEBF4-8336-FF89-C497-A359157DC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42F75-C7B1-8064-5982-3F6FD4757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B6EA0-0E83-1438-4E5E-CED4FC9F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C2CCE-F103-382E-F38B-96432AB3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1A53C-EF5E-9D9A-6668-5BB08EB0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56212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C1D3-B750-31CA-5B85-AFDBD5AF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3D2B3-9A6D-CCAA-D6A8-7E99A0486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1F539-DAF3-0F83-2518-6078DD1E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D5E2-DE53-855C-8066-AF5AC55E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D5FC8-EE95-85DC-EFFF-070D768F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5527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1A4E9-34BC-555D-E16C-477FF3F62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4A9E1-B3BA-4367-C76C-1CAE0A818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F5F6A-9A2A-A1E0-F358-78B497A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F57C6-A1D3-DDC4-11E3-9D638142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A3FBC-3540-785C-6B4C-36A4C216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9386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4A65F-68E0-A28C-D90A-981916CC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DE25B-E7B6-78AE-6F15-7D7048DC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736B4-EBC3-A3FC-B95F-E3673E089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6970D-4B24-6942-85C4-B7D910C77090}" type="datetimeFigureOut">
              <a:rPr lang="en-HU" smtClean="0"/>
              <a:t>2026. 03. 25.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6193E-8F6B-9E46-F894-5C3C4B4C5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A6647-3DC9-CE1C-9561-F3DEED891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13E06-B979-464A-A7AA-3382C2C38FD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24897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oup of people on a boat&#10;&#10;AI-generated content may be incorrect.">
            <a:extLst>
              <a:ext uri="{FF2B5EF4-FFF2-40B4-BE49-F238E27FC236}">
                <a16:creationId xmlns:a16="http://schemas.microsoft.com/office/drawing/2014/main" id="{E19C99A1-038C-4AC2-D4F0-92B5D0C63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0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D6156-43F0-CAFC-971D-AFE9AF5A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under a tree&#10;&#10;AI-generated content may be incorrect.">
            <a:extLst>
              <a:ext uri="{FF2B5EF4-FFF2-40B4-BE49-F238E27FC236}">
                <a16:creationId xmlns:a16="http://schemas.microsoft.com/office/drawing/2014/main" id="{E000B4BA-0E6B-1453-1AF6-096220B05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8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76D8B-F1BE-55EE-C93F-83F6B5B5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ign on a building&#10;&#10;AI-generated content may be incorrect.">
            <a:extLst>
              <a:ext uri="{FF2B5EF4-FFF2-40B4-BE49-F238E27FC236}">
                <a16:creationId xmlns:a16="http://schemas.microsoft.com/office/drawing/2014/main" id="{1220216B-AE1A-8B92-161B-B155411F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03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EE61-401F-8596-DA4D-7E83604B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in a traditional outfit&#10;&#10;AI-generated content may be incorrect.">
            <a:extLst>
              <a:ext uri="{FF2B5EF4-FFF2-40B4-BE49-F238E27FC236}">
                <a16:creationId xmlns:a16="http://schemas.microsoft.com/office/drawing/2014/main" id="{E3BC45D6-7B0C-2F01-F462-4BB3EF798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4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D211C-87D2-06C8-70D4-00148D57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store&#10;&#10;AI-generated content may be incorrect.">
            <a:extLst>
              <a:ext uri="{FF2B5EF4-FFF2-40B4-BE49-F238E27FC236}">
                <a16:creationId xmlns:a16="http://schemas.microsoft.com/office/drawing/2014/main" id="{B3C6809B-2686-B2F8-BC86-A17D7262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1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9FCEA-7747-3717-20DF-29F03986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holding a toy&#10;&#10;AI-generated content may be incorrect.">
            <a:extLst>
              <a:ext uri="{FF2B5EF4-FFF2-40B4-BE49-F238E27FC236}">
                <a16:creationId xmlns:a16="http://schemas.microsoft.com/office/drawing/2014/main" id="{C82B1374-6828-8187-EDCE-50F503940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1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6BF71-1C36-56E6-A8D9-5A981E06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Close-up of a sign and a sign&#10;&#10;AI-generated content may be incorrect.">
            <a:extLst>
              <a:ext uri="{FF2B5EF4-FFF2-40B4-BE49-F238E27FC236}">
                <a16:creationId xmlns:a16="http://schemas.microsoft.com/office/drawing/2014/main" id="{9605CD57-D56F-031D-4B67-6871047C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8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4E7A4-7BF8-817C-EDC3-CBF80CA7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painting&#10;&#10;AI-generated content may be incorrect.">
            <a:extLst>
              <a:ext uri="{FF2B5EF4-FFF2-40B4-BE49-F238E27FC236}">
                <a16:creationId xmlns:a16="http://schemas.microsoft.com/office/drawing/2014/main" id="{8A857926-A0B4-4692-7CD2-2DAE5BBF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25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6B2F7-175D-E68D-B978-AE9A27C3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and a child holding a book&#10;&#10;AI-generated content may be incorrect.">
            <a:extLst>
              <a:ext uri="{FF2B5EF4-FFF2-40B4-BE49-F238E27FC236}">
                <a16:creationId xmlns:a16="http://schemas.microsoft.com/office/drawing/2014/main" id="{F87AB254-C910-5D1C-138C-FF7698E9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1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0ED90-740E-A75A-20CF-1CE1107B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holding a bag with text overlay&#10;&#10;AI-generated content may be incorrect.">
            <a:extLst>
              <a:ext uri="{FF2B5EF4-FFF2-40B4-BE49-F238E27FC236}">
                <a16:creationId xmlns:a16="http://schemas.microsoft.com/office/drawing/2014/main" id="{7C7330B7-2EF9-532B-BD59-134C5D09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51BFF-CA9B-C463-888D-D46C9CE6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ity skyline and a body of water&#10;&#10;AI-generated content may be incorrect.">
            <a:extLst>
              <a:ext uri="{FF2B5EF4-FFF2-40B4-BE49-F238E27FC236}">
                <a16:creationId xmlns:a16="http://schemas.microsoft.com/office/drawing/2014/main" id="{27E3B965-6EF1-FA2B-8BF9-9DE758A6E3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6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AFF2A-8C5B-9F91-072B-871234231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uilding with towers and a reflection of water&#10;&#10;AI-generated content may be incorrect.">
            <a:extLst>
              <a:ext uri="{FF2B5EF4-FFF2-40B4-BE49-F238E27FC236}">
                <a16:creationId xmlns:a16="http://schemas.microsoft.com/office/drawing/2014/main" id="{AEE45086-A098-F7A7-144D-ECA7B7F4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7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CC07A-2087-D964-2E3B-97047ACA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ridge over a river with a city in the background&#10;&#10;AI-generated content may be incorrect.">
            <a:extLst>
              <a:ext uri="{FF2B5EF4-FFF2-40B4-BE49-F238E27FC236}">
                <a16:creationId xmlns:a16="http://schemas.microsoft.com/office/drawing/2014/main" id="{38B703F0-175D-466A-9663-94857D3E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8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Godsave Alan</dc:creator>
  <cp:lastModifiedBy>GODSAVE, Alan</cp:lastModifiedBy>
  <cp:revision>1</cp:revision>
  <dcterms:created xsi:type="dcterms:W3CDTF">2026-03-25T14:03:06Z</dcterms:created>
  <dcterms:modified xsi:type="dcterms:W3CDTF">2026-03-25T14:15:30Z</dcterms:modified>
</cp:coreProperties>
</file>