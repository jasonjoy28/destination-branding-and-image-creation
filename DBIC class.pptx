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2" d="100"/>
          <a:sy n="102" d="100"/>
        </p:scale>
        <p:origin x="19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8A03-6489-1177-02F7-9E9B66F22F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B294DE-EE0B-BC18-C25F-0CFFB983C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15FFB-C645-F337-AC5B-F6AE33839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50460-66A9-064C-A6B6-C4C6B98C14D3}" type="datetimeFigureOut">
              <a:rPr lang="en-HU" smtClean="0"/>
              <a:t>2026. 03. 11.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F0044-10A6-0F3D-7493-E0C0321D6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38C13-1650-042D-62D7-6C8B46CAA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78A2B-4395-224B-8996-445BD0DC98E3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630202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7AA28-8D0D-7857-33FC-841CBECD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E74FE-E01E-9AF2-D51E-5E2B0F469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FE182-0633-4441-0248-DBD081A9B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50460-66A9-064C-A6B6-C4C6B98C14D3}" type="datetimeFigureOut">
              <a:rPr lang="en-HU" smtClean="0"/>
              <a:t>2026. 03. 11.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24785-DE83-9F55-3038-EF26E1EC1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E1636-DD81-FF81-818A-A89B391D4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78A2B-4395-224B-8996-445BD0DC98E3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755470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F0D61-D7ED-9FC9-B0B5-90181939E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EC2034-2422-0FC7-6CDA-9F950B92C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07D7C-032C-DD1B-3A87-1126F5E9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50460-66A9-064C-A6B6-C4C6B98C14D3}" type="datetimeFigureOut">
              <a:rPr lang="en-HU" smtClean="0"/>
              <a:t>2026. 03. 11.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B133A-94A6-128F-374B-5F58D7FBF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75509-4C19-4A59-ED5B-A5AA74FBA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78A2B-4395-224B-8996-445BD0DC98E3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446606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BE282-7B38-8582-4604-2E6537B67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49AD0-05AA-A592-A7EE-C25DF5656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B18BD-6807-1D11-40CB-B63EE8384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F5469-11EE-89A8-A7E7-F87F9802A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50460-66A9-064C-A6B6-C4C6B98C14D3}" type="datetimeFigureOut">
              <a:rPr lang="en-HU" smtClean="0"/>
              <a:t>2026. 03. 11.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2E9CA-A623-3172-A267-C8BEB0DAD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36119-B700-4FE8-4F15-0CD0397CA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78A2B-4395-224B-8996-445BD0DC98E3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089193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E4642-1EE8-2875-F9D1-A883E7D61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EF06F-507A-48CC-3D59-8F02A87D9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FEBBC-A0FE-076A-B381-2FC9DC21F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6B2496-5A41-BBDF-EDD0-EF5354768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67A635-BE7C-05F9-845E-0819AAF794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37A9F8-54D8-E9F5-F9BD-3F93404B7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50460-66A9-064C-A6B6-C4C6B98C14D3}" type="datetimeFigureOut">
              <a:rPr lang="en-HU" smtClean="0"/>
              <a:t>2026. 03. 11.</a:t>
            </a:fld>
            <a:endParaRPr lang="en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F2CB7F-95DE-F555-308B-A323448BD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162E29-BD72-B83C-92D5-33B96B623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78A2B-4395-224B-8996-445BD0DC98E3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942732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73D92-5430-41E7-E854-CA24BEF38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4DD4D0-E9DE-813A-3B2C-50C24C119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50460-66A9-064C-A6B6-C4C6B98C14D3}" type="datetimeFigureOut">
              <a:rPr lang="en-HU" smtClean="0"/>
              <a:t>2026. 03. 11.</a:t>
            </a:fld>
            <a:endParaRPr lang="en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A0D36B-B100-0B3A-D803-D349DE7E0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338DA2-216D-13DE-C890-3F5D24E92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78A2B-4395-224B-8996-445BD0DC98E3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313634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0C9EFB-0AA9-5315-D113-9CA8CC43D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50460-66A9-064C-A6B6-C4C6B98C14D3}" type="datetimeFigureOut">
              <a:rPr lang="en-HU" smtClean="0"/>
              <a:t>2026. 03. 11.</a:t>
            </a:fld>
            <a:endParaRPr lang="en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924403-D545-BC3A-6620-59A97F1DE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0B38E-14BC-06DB-3103-BF124CB04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78A2B-4395-224B-8996-445BD0DC98E3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93226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7A64C-5A4E-6F05-71BD-EF89B9170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6D3E5-41C3-DB5E-8E2C-B2250BD13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79EFCC-92F5-9976-34F5-24437348E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75884A-C7DD-DFE5-4FA3-1DDA8E585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50460-66A9-064C-A6B6-C4C6B98C14D3}" type="datetimeFigureOut">
              <a:rPr lang="en-HU" smtClean="0"/>
              <a:t>2026. 03. 11.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F1081-1D13-0CB5-3D47-C0AB6AEE4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74AFA-6820-D89B-8F04-2181180E0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78A2B-4395-224B-8996-445BD0DC98E3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4160175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BC1D2-D155-B0A1-41C2-13DEEA94B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4C7D96-EA92-D7C3-B7D8-907A5E2AC1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C245E-B4F7-F519-EC7D-8058C84AA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F5FD9-57C7-FC37-5D31-807D02B62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50460-66A9-064C-A6B6-C4C6B98C14D3}" type="datetimeFigureOut">
              <a:rPr lang="en-HU" smtClean="0"/>
              <a:t>2026. 03. 11.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78AEF-DF0C-8E2E-CE1B-2596E18FF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16A5B-40CC-4394-9283-1D8A0C811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78A2B-4395-224B-8996-445BD0DC98E3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774295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C33C4-1975-5136-8083-0AAD40735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D95EA9-BFE1-0E9C-2F18-F94AA3291A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A5F0E-F06A-CD80-11BB-4CB326B0B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50460-66A9-064C-A6B6-C4C6B98C14D3}" type="datetimeFigureOut">
              <a:rPr lang="en-HU" smtClean="0"/>
              <a:t>2026. 03. 11.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88947-5D10-5687-5C16-8704A33CC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2BE21-C729-F8BA-21E1-A11B6F568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78A2B-4395-224B-8996-445BD0DC98E3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251556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003CE1-ACE3-9CDF-AFDA-60EA77C299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A1D391-475E-7FB9-B991-CB8F23144A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7B9BA-C97F-3768-17A4-FCC93F58F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50460-66A9-064C-A6B6-C4C6B98C14D3}" type="datetimeFigureOut">
              <a:rPr lang="en-HU" smtClean="0"/>
              <a:t>2026. 03. 11.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CEA42-7F44-6AF9-DBD8-B0C80797F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42599-BDDD-E13D-0FF8-91026A6D9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78A2B-4395-224B-8996-445BD0DC98E3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778475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F4F6B3-B97D-4934-7F22-425B44322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B45A9-5E66-05AC-A3D9-CA79C3139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4967C-3C4E-9238-13E1-B77A5560C9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450460-66A9-064C-A6B6-C4C6B98C14D3}" type="datetimeFigureOut">
              <a:rPr lang="en-HU" smtClean="0"/>
              <a:t>2026. 03. 11.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A55D0-757F-976B-FB00-C718D2C3AC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C512E-5F84-CBC8-0665-CB3B617A5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A78A2B-4395-224B-8996-445BD0DC98E3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553783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close-up of a plant shaped object&#10;&#10;AI-generated content may be incorrect.">
            <a:extLst>
              <a:ext uri="{FF2B5EF4-FFF2-40B4-BE49-F238E27FC236}">
                <a16:creationId xmlns:a16="http://schemas.microsoft.com/office/drawing/2014/main" id="{9B522417-2FD5-B316-5F25-01764FA030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729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EEABD9-F70F-F665-92AB-4FA562B53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erson sitting on a hill with a computer&#10;&#10;AI-generated content may be incorrect.">
            <a:extLst>
              <a:ext uri="{FF2B5EF4-FFF2-40B4-BE49-F238E27FC236}">
                <a16:creationId xmlns:a16="http://schemas.microsoft.com/office/drawing/2014/main" id="{40627365-2603-AC67-F7A0-9AACED0020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516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EC0089-01FA-E1DA-4478-3C46E4F73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close-up of a plant&#10;&#10;AI-generated content may be incorrect.">
            <a:extLst>
              <a:ext uri="{FF2B5EF4-FFF2-40B4-BE49-F238E27FC236}">
                <a16:creationId xmlns:a16="http://schemas.microsoft.com/office/drawing/2014/main" id="{ED7B7DB5-2DC3-59E6-53B5-80C36F1315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732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06481F-E6EC-D3C3-D674-B696907B9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group of men in safety vests at a construction site&#10;&#10;AI-generated content may be incorrect.">
            <a:extLst>
              <a:ext uri="{FF2B5EF4-FFF2-40B4-BE49-F238E27FC236}">
                <a16:creationId xmlns:a16="http://schemas.microsoft.com/office/drawing/2014/main" id="{131BE62F-BFED-BB57-D612-76CF3D84E5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635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ECB4D0-5394-EAE6-8593-B48E8BCF4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hand holding a green planet&#10;&#10;AI-generated content may be incorrect.">
            <a:extLst>
              <a:ext uri="{FF2B5EF4-FFF2-40B4-BE49-F238E27FC236}">
                <a16:creationId xmlns:a16="http://schemas.microsoft.com/office/drawing/2014/main" id="{88A1DA5D-7AF3-F3F8-9042-FAF7A7E727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507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542288-B257-5C2B-3947-665335ACE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186357FD-841B-5EE1-53D4-D4D901A432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914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0BF6DC-1B51-53BB-2990-AFEC84310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erson holding a black bag&#10;&#10;AI-generated content may be incorrect.">
            <a:extLst>
              <a:ext uri="{FF2B5EF4-FFF2-40B4-BE49-F238E27FC236}">
                <a16:creationId xmlns:a16="http://schemas.microsoft.com/office/drawing/2014/main" id="{1F89B208-D749-25D9-8593-8B87034AEB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182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1EC6F9-31FB-1737-4355-1434BA2F6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ile of trash on the ground&#10;&#10;AI-generated content may be incorrect.">
            <a:extLst>
              <a:ext uri="{FF2B5EF4-FFF2-40B4-BE49-F238E27FC236}">
                <a16:creationId xmlns:a16="http://schemas.microsoft.com/office/drawing/2014/main" id="{1ED8D40A-6BDC-A2E8-A3CB-C86C3E175D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829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8D9BF1-AEE7-288B-4969-2D783B1AA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erson painting a wall&#10;&#10;AI-generated content may be incorrect.">
            <a:extLst>
              <a:ext uri="{FF2B5EF4-FFF2-40B4-BE49-F238E27FC236}">
                <a16:creationId xmlns:a16="http://schemas.microsoft.com/office/drawing/2014/main" id="{DF38F85A-89A8-8AC4-462D-D0B7A83C3C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867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4F57EE-F7F6-F431-8BD1-0F1E1954E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group of people walking on a path&#10;&#10;AI-generated content may be incorrect.">
            <a:extLst>
              <a:ext uri="{FF2B5EF4-FFF2-40B4-BE49-F238E27FC236}">
                <a16:creationId xmlns:a16="http://schemas.microsoft.com/office/drawing/2014/main" id="{7B3B4B29-441D-B883-8CF0-987A7A18BE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417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A41D7-65E6-3576-7DE5-1B71663CA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erson standing on a ledge&#10;&#10;AI-generated content may be incorrect.">
            <a:extLst>
              <a:ext uri="{FF2B5EF4-FFF2-40B4-BE49-F238E27FC236}">
                <a16:creationId xmlns:a16="http://schemas.microsoft.com/office/drawing/2014/main" id="{A3493564-6140-66C8-3D71-4BEBC5798E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343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38BDA0-704B-B73E-E441-E9ECDEB05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erson standing in front of a screen&#10;&#10;AI-generated content may be incorrect.">
            <a:extLst>
              <a:ext uri="{FF2B5EF4-FFF2-40B4-BE49-F238E27FC236}">
                <a16:creationId xmlns:a16="http://schemas.microsoft.com/office/drawing/2014/main" id="{5B2AF4BA-87ED-816E-BBD2-6F1A11CE2B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111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3563A1-58B8-1165-28A7-12451D33A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group of people's hands in a circle&#10;&#10;AI-generated content may be incorrect.">
            <a:extLst>
              <a:ext uri="{FF2B5EF4-FFF2-40B4-BE49-F238E27FC236}">
                <a16:creationId xmlns:a16="http://schemas.microsoft.com/office/drawing/2014/main" id="{A2263881-E492-7A3D-71DF-A22B7EBD55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434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Macintosh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Godsave Alan</dc:creator>
  <cp:lastModifiedBy>Godsave Alan</cp:lastModifiedBy>
  <cp:revision>1</cp:revision>
  <dcterms:created xsi:type="dcterms:W3CDTF">2026-03-11T14:33:35Z</dcterms:created>
  <dcterms:modified xsi:type="dcterms:W3CDTF">2026-03-11T14:50:08Z</dcterms:modified>
</cp:coreProperties>
</file>