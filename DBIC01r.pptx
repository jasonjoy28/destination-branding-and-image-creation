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1"/>
    <p:restoredTop sz="94694"/>
  </p:normalViewPr>
  <p:slideViewPr>
    <p:cSldViewPr snapToGrid="0">
      <p:cViewPr varScale="1">
        <p:scale>
          <a:sx n="102" d="100"/>
          <a:sy n="102" d="100"/>
        </p:scale>
        <p:origin x="192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14548-78E0-E410-8BD4-A7B540A55B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594663-05E4-5ADA-426E-4042CE15BD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A57ED-7A28-CF66-5E0E-5B429AB5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A14BE5-D95A-6974-D782-D9EE4262BE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5A096C-B2FD-5163-E5AC-997528F49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219313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2559A-7724-4212-70EE-3890949BE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DA212-08A0-895E-908D-CFAEE08957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27B4DF-62D2-51D7-176A-C45B2216E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803A7-48AB-3D4B-FA4D-D2E62BE52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48F7-B35E-3451-BB0B-2D1B7FB30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2838717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C8CDD-4248-4BFF-95FC-B6BFC4DF5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22D21F-B291-0269-28E7-4E3413CFD0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85BBD-AD65-DF99-0330-25B2829FE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4D01B-735C-1138-7B2F-C74CB5021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A9B0E-C734-A2BA-7592-573D0AAC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76890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F831DC-132F-DB0A-3714-70C356CA9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70A88C-BFE7-7CAE-7BD7-64B2ABB8A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34235-3024-D272-F33F-300D6754E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844F7F-2D78-38A6-FF15-DE8305B43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4E2527-46D9-0B5A-C60B-ACC36B52E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7AA044-6A79-5A9C-0CE7-17F90B810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24384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CB23D-F412-901A-D8FD-E2CE65F435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2C6286-08C6-6945-BB3D-D09BEA7549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7286B-91B1-C8C8-68BC-1858739E80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6E7384-7ACD-C438-0028-C0CF2087E9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BCB97-5908-B566-2DB6-09A97EB072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CEE5F04-3435-43BD-A21D-3295FAD7C7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5489A8-8FA0-9F5D-10EE-298FE1DF5C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F339B6-226C-D015-99FE-B522C50E2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421534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3D303-B44A-CEA4-5794-6FE0C7391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96EF00-BC98-0D56-20AB-470E99E11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4B211E-BD2F-12F6-0B37-EE1D79EE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C1E6A5-3064-0C8C-5504-7918144CD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162990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A410F3-0886-44D6-13DC-FE26753C78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F21E57-0506-5F82-12BC-8B74A3E60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76BB65-CA21-EB99-582B-9B890741AB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95849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706E-0801-EADD-2DAF-24413950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13F14D-A3AC-32EA-1D32-65E36B044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AD1AA-312A-3412-B477-923499101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C38D6-1008-0E0E-D5AB-9ED711162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FFF9AB-B5C0-B2E4-5B55-5453B831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2745FF-ABFC-6C66-13F7-3F8E24EC9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980864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95DD4-F3DC-7C71-28F9-2FE53DC56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9AC1CDD-3786-F554-431E-8334D212EF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H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B22B7A-C261-6C79-F9D5-43D6F48717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97CF27-E6C2-37E1-FE6C-504F32FEB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9D262A-9B31-3EB7-8BAF-09605D479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934FE6-8BA3-57E0-3E26-19CFA24B2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1285885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E5867-94D2-94CA-D144-8A8A59E43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D8B185E-462B-66EA-CB74-C2A3C564CF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94E2A-7CF9-D4D9-3ACA-6D1DFF2388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EBDDC8-8922-E11A-79CB-F2C9298C6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C5BCB-CA02-7AEA-3719-BF447B747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609884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3B00872-BEB8-E06C-0161-3D288C8BB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F4B0E-7F14-D5EB-60B5-1A39BB7A91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474CE0-5FA9-A67A-950E-1029EF103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EFD501-36AC-B575-903F-CCEADD7F6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33909-E4BC-BBBE-07FD-B4B3EE892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02463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F91247-231A-49CD-3416-F2BA7DDA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H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19F51-3F7D-CAEB-0834-B272D8A79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H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D98FA5-A90B-BFAF-35A6-09335CEA04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54C9AA-9C75-6440-B0D9-FE93334AC0F4}" type="datetimeFigureOut">
              <a:rPr lang="en-HU" smtClean="0"/>
              <a:t>2026. 02. 03.</a:t>
            </a:fld>
            <a:endParaRPr lang="en-H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6BC4A3-A2D5-09BA-DEC4-2A467FBDF8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H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83387-C45C-ABB5-9C50-E6F9C99472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D40446-79B1-2D4E-9366-3BD7A6206694}" type="slidenum">
              <a:rPr lang="en-HU" smtClean="0"/>
              <a:t>‹#›</a:t>
            </a:fld>
            <a:endParaRPr lang="en-HU"/>
          </a:p>
        </p:txBody>
      </p:sp>
    </p:spTree>
    <p:extLst>
      <p:ext uri="{BB962C8B-B14F-4D97-AF65-F5344CB8AC3E}">
        <p14:creationId xmlns:p14="http://schemas.microsoft.com/office/powerpoint/2010/main" val="3023743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tatue of a person on a horse&#10;&#10;AI-generated content may be incorrect.">
            <a:extLst>
              <a:ext uri="{FF2B5EF4-FFF2-40B4-BE49-F238E27FC236}">
                <a16:creationId xmlns:a16="http://schemas.microsoft.com/office/drawing/2014/main" id="{3E7D3829-E97F-0BE3-2EB2-39348E129C4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0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CA7172-6EB5-5787-774A-BAD5BF870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ird's eye view of a waterfront&#10;&#10;AI-generated content may be incorrect.">
            <a:extLst>
              <a:ext uri="{FF2B5EF4-FFF2-40B4-BE49-F238E27FC236}">
                <a16:creationId xmlns:a16="http://schemas.microsoft.com/office/drawing/2014/main" id="{249A2160-01BB-E462-FC14-B68A4BC8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5883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CDE886-65F6-227F-6D63-73C8C7A3C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mug&#10;&#10;AI-generated content may be incorrect.">
            <a:extLst>
              <a:ext uri="{FF2B5EF4-FFF2-40B4-BE49-F238E27FC236}">
                <a16:creationId xmlns:a16="http://schemas.microsoft.com/office/drawing/2014/main" id="{50ECC931-C74F-3ACB-4C5F-8C1A2F3C582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8225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CBD497-774E-A646-E76E-64549DB41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a person's head&#10;&#10;AI-generated content may be incorrect.">
            <a:extLst>
              <a:ext uri="{FF2B5EF4-FFF2-40B4-BE49-F238E27FC236}">
                <a16:creationId xmlns:a16="http://schemas.microsoft.com/office/drawing/2014/main" id="{16D3C6D2-5229-0343-BB6C-FD2E133A50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3808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9BF169B-047D-622A-0961-B5027FEE0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alm trees in the water&#10;&#10;AI-generated content may be incorrect.">
            <a:extLst>
              <a:ext uri="{FF2B5EF4-FFF2-40B4-BE49-F238E27FC236}">
                <a16:creationId xmlns:a16="http://schemas.microsoft.com/office/drawing/2014/main" id="{3AA14172-D0BE-6723-9A88-4C526C4E35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849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F7F0CC-B3C8-22D3-7E61-7609FA45D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D39030B-4235-53B9-BCE0-B766411D46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65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710410-B3CD-9939-9AE6-7AEF09D3A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tanding next to a building&#10;&#10;AI-generated content may be incorrect.">
            <a:extLst>
              <a:ext uri="{FF2B5EF4-FFF2-40B4-BE49-F238E27FC236}">
                <a16:creationId xmlns:a16="http://schemas.microsoft.com/office/drawing/2014/main" id="{9E855C6C-A8F2-D7E5-B89F-3EC60F53C24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02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36582C-1718-69C3-21E2-A1952538BB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and person standing in front of a glass railing&#10;&#10;AI-generated content may be incorrect.">
            <a:extLst>
              <a:ext uri="{FF2B5EF4-FFF2-40B4-BE49-F238E27FC236}">
                <a16:creationId xmlns:a16="http://schemas.microsoft.com/office/drawing/2014/main" id="{9E3588D1-13B1-1042-6CDB-A644DE71E8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9211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195F848-C7F6-6CA8-0861-4FDFBCECD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erson sitting on a couch&#10;&#10;AI-generated content may be incorrect.">
            <a:extLst>
              <a:ext uri="{FF2B5EF4-FFF2-40B4-BE49-F238E27FC236}">
                <a16:creationId xmlns:a16="http://schemas.microsoft.com/office/drawing/2014/main" id="{C5B9DEED-4A8D-0894-0886-B00D4B6B5D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05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B274C-F757-CDED-55CC-777B71191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poster of a boat in the water&#10;&#10;AI-generated content may be incorrect.">
            <a:extLst>
              <a:ext uri="{FF2B5EF4-FFF2-40B4-BE49-F238E27FC236}">
                <a16:creationId xmlns:a16="http://schemas.microsoft.com/office/drawing/2014/main" id="{D4D70455-E8C7-A4C4-B258-8BC4C5A4FA2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0297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F48664-E94D-ADE2-D3DB-B7AAD1A0C7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lose-up of several images of human body parts&#10;&#10;AI-generated content may be incorrect.">
            <a:extLst>
              <a:ext uri="{FF2B5EF4-FFF2-40B4-BE49-F238E27FC236}">
                <a16:creationId xmlns:a16="http://schemas.microsoft.com/office/drawing/2014/main" id="{556F11FE-62A3-3CF9-AE59-86177E4A8FB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343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B2A0B1-BCFF-207B-9D82-0B76CFECF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collage of a city&#10;&#10;AI-generated content may be incorrect.">
            <a:extLst>
              <a:ext uri="{FF2B5EF4-FFF2-40B4-BE49-F238E27FC236}">
                <a16:creationId xmlns:a16="http://schemas.microsoft.com/office/drawing/2014/main" id="{99379811-C66A-6FF2-8269-55F6361545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54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07617A0-75C5-D3BD-C458-D045AE3843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oat in the water&#10;&#10;AI-generated content may be incorrect.">
            <a:extLst>
              <a:ext uri="{FF2B5EF4-FFF2-40B4-BE49-F238E27FC236}">
                <a16:creationId xmlns:a16="http://schemas.microsoft.com/office/drawing/2014/main" id="{40A90F79-069A-E85A-513D-C587484F0E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7792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32EE70-BAA5-348F-D5F2-9A2E9F8F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 descr="A boat on a boat with a boat in the water&#10;&#10;AI-generated content may be incorrect.">
            <a:extLst>
              <a:ext uri="{FF2B5EF4-FFF2-40B4-BE49-F238E27FC236}">
                <a16:creationId xmlns:a16="http://schemas.microsoft.com/office/drawing/2014/main" id="{257E917A-AB57-4B8F-24D9-B517202B20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9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253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Macintosh PowerPoint</Application>
  <PresentationFormat>Widescreen</PresentationFormat>
  <Paragraphs>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GODSAVE, Alan</dc:creator>
  <cp:lastModifiedBy>GODSAVE, Alan</cp:lastModifiedBy>
  <cp:revision>1</cp:revision>
  <dcterms:created xsi:type="dcterms:W3CDTF">2026-02-03T14:57:41Z</dcterms:created>
  <dcterms:modified xsi:type="dcterms:W3CDTF">2026-02-03T15:06:22Z</dcterms:modified>
</cp:coreProperties>
</file>